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F2C14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CROSS-LEAGUE PERFORMANCE TRANSLATION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Cross-League Performance Translation Model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91839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framework that predicts how a football player's performance will translate when they move between leagues.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9728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a player moves from League A to League B, how will their performance translate?”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Analytics  |  Applied Machine Learning  |  Explainable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transfer window asks the same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Clubs, scouts, and analysts constantly evaluate transfer targets, but a player's raw stats rarely mean the same thing in a new league. Goals in the Bundesliga don't automatically translate to goals in the Premier League — the competitive environment itself is a variable.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10896" cy="310896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5844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quality varies  —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and Ligue 1 are not equally competitive — raw per-90 stats aren't comparable across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498848"/>
            <a:ext cx="310896" cy="310896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4256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is uncertain  —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playing style, and team quality all shape whether a player's output holds up in a tougher league.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340096"/>
            <a:ext cx="310896" cy="310896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5340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52669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 evidence  —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decisions worth tens of millions deserve more than gut feel and highlight reels.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STRENGTH COEFFICIENT (LSC)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measure of relative league difficulty, used to translate stats across competitive environments.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3154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72600" y="3236976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2C3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372600" y="3236976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72800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3721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72600" y="3803904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2C3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372600" y="3803904"/>
            <a:ext cx="1445666" cy="201168"/>
          </a:xfrm>
          <a:prstGeom prst="roundRect">
            <a:avLst>
              <a:gd name="adj" fmla="val 18182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972800" y="3721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42885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72600" y="4370832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2C3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372600" y="4370832"/>
            <a:ext cx="1367942" cy="201168"/>
          </a:xfrm>
          <a:prstGeom prst="roundRect">
            <a:avLst>
              <a:gd name="adj" fmla="val 18182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972800" y="42885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855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72600" y="4937760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2C3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372600" y="4937760"/>
            <a:ext cx="1367942" cy="201168"/>
          </a:xfrm>
          <a:prstGeom prst="roundRect">
            <a:avLst>
              <a:gd name="adj" fmla="val 18182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972800" y="48554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5422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72600" y="5504688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2C3E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372600" y="5504688"/>
            <a:ext cx="1274674" cy="201168"/>
          </a:xfrm>
          <a:prstGeom prst="roundRect">
            <a:avLst>
              <a:gd name="adj" fmla="val 18182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972800" y="54223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6126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configurable in config.yaml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Production-grade pipeline.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organized as a modular pipeline: each stage reads the previous stage's output and writes a clean artifact for the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src/data/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standardize, normalize, league_strength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src/features/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engineer.py — all feature engineering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275320" y="2560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7532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src/models/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7532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evaluate, adaptation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77240" y="47091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src/explainability/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5715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shap_analysis, scenario_sim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4480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26280" y="47091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26280" y="5349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predict.py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26280" y="5715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inference endpoint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4805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75320" y="47091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75320" y="5349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pipeline.py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75320" y="5715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runs every phase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100%   ·   Config-driven via config/config.yaml   ·   Data source: FBRef (2024/25 season)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phases: python src/pipeline.py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validate raw FBRef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37944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37944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11096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29384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column schema across leagues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26664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27248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127248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18688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Per-90-minute normalization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15968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16552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16552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89704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07992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League Strength Coefficients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05272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05856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705856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79008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797296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model-ready features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9457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95160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95160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68312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86600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LightGBM, MLP, Bayesian Ridge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83880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84464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84464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57616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75904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calibration, backtest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473184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73768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573768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646920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65208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adaptation &amp; transfer risk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762488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63072" y="1965960"/>
            <a:ext cx="1207008" cy="2743200"/>
          </a:xfrm>
          <a:prstGeom prst="roundRect">
            <a:avLst>
              <a:gd name="adj" fmla="val 60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0863072" y="2130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36224" y="265176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54512" y="3154680"/>
            <a:ext cx="1024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explainability factors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can also run standalone: </a:t>
            </a:r>
            <a:r>
              <a:rPr lang="en-US" sz="105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--phase ingest | standardize | normalize | lsc | features | train | evaluate | adaptation | shap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safeguard:  </a:t>
            </a: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training a target like goals_p90, direct proxies (xG, adjusted goals) are dynamically dropped so the model learns real adaptation patterns, not stat correlations.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 per target, trained for different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 are trained for each of four target variables: goals_p90, assists_p90, xg_p90, and xag_p90.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2971800" cy="82296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PREDICTOR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capture non-linear, tabular feature interactions and give the headline projection for each stat.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2971800" cy="82296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INTERACTIONS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neural network models complex interactions between age, role, and league-adjusted features that trees can miss.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21040" y="2606040"/>
            <a:ext cx="2971800" cy="822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104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Ridge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37033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95% confidence intervals around every prediction, so projections come with an honest error band, not a false-precise number.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5614416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Reality Check (TRC):  </a:t>
            </a: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Bayesian baseline prior that dampens raw predictions when a player steps up into a harder league, scaling the penalty down only if the destination team itself is much stronger.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accuracy, calibration, and real-world validity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/ RMSE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regression error metrics comparing predicted vs. actual per-90 stats after a league move.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3044952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29992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checks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3192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the 95% confidence intervals from Bayesian Ridge actually contain the true value about 95% of the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4215384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4169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448970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transfers are replayed through the pipeline to see whether the model would have predicted the real outcome.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1520" y="5385816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53400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adaptation scoring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566013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adaptation.py produces an Adaptation Score and Risk Score alongside the stat projections for every transfer.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691640"/>
            <a:ext cx="4343400" cy="4572000"/>
          </a:xfrm>
          <a:prstGeom prst="roundRect">
            <a:avLst>
              <a:gd name="adj" fmla="val 252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3524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OUTPUTS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35240" y="2478024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845552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evaluation/metrics.json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45552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error &amp; calibration metrics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3099816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845552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evaluation/backtest_report.csv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45552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transfer backtest results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3721608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845552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evaluation/shap_*.png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45552" y="38496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visualizations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4343400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845552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models/adaptation_model.pkl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45552" y="4471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adaptation scorer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4965192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845552" y="4837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models/risk_model.pkl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45552" y="5093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transfer-risk scorer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 comes with a reason, not just a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950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and what-if simulation turn the model from a black box into something a scout or analyst can actually interrogate.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7F7F5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DRIVING FACTORS — Florian Wirtz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9077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per 90 (league-adjusted)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021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5295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curve score (peak = 24–28)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1239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151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strength (vs. league avg)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457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773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passes per 90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394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league strength coefficient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9224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SIMULATION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scenario_sim.py lets you sweep one feature and watch the projected target move — e.g. “what if team_strength_ratio were higher?”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5943600"/>
            <a:ext cx="475488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30568" y="5340096"/>
            <a:ext cx="822960" cy="603504"/>
          </a:xfrm>
          <a:prstGeom prst="roundRect">
            <a:avLst>
              <a:gd name="adj" fmla="val 6061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30568" y="5989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46136" y="4977994"/>
            <a:ext cx="822960" cy="965606"/>
          </a:xfrm>
          <a:prstGeom prst="roundRect">
            <a:avLst>
              <a:gd name="adj" fmla="val 4444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946136" y="5989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61704" y="4676242"/>
            <a:ext cx="822960" cy="1267358"/>
          </a:xfrm>
          <a:prstGeom prst="roundRect">
            <a:avLst>
              <a:gd name="adj" fmla="val 4444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61704" y="5989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77272" y="4334256"/>
            <a:ext cx="822960" cy="1609344"/>
          </a:xfrm>
          <a:prstGeom prst="roundRect">
            <a:avLst>
              <a:gd name="adj" fmla="val 4444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177272" y="5989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6080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team_strength_ratio  →  projected goals_p90 (illustrative)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command, a full scouting-style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src/predict.py </a:t>
            </a: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--player "Florian Wirtz"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 "Bundesliga" --target "Premier League"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29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/90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0.201–0.483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20240" y="2606040"/>
            <a:ext cx="129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20240" y="27432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32461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/90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129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32461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/90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12984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2461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xAG /90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&amp; Risk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4590288"/>
            <a:ext cx="3291840" cy="219456"/>
          </a:xfrm>
          <a:prstGeom prst="roundRect">
            <a:avLst>
              <a:gd name="adj" fmla="val 20833"/>
            </a:avLst>
          </a:prstGeom>
          <a:solidFill>
            <a:srgbClr val="E3E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14600" y="4590288"/>
            <a:ext cx="2386584" cy="219456"/>
          </a:xfrm>
          <a:prstGeom prst="roundRect">
            <a:avLst>
              <a:gd name="adj" fmla="val 20833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897880" y="45445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5093208"/>
            <a:ext cx="3291840" cy="219456"/>
          </a:xfrm>
          <a:prstGeom prst="roundRect">
            <a:avLst>
              <a:gd name="adj" fmla="val 20833"/>
            </a:avLst>
          </a:prstGeom>
          <a:solidFill>
            <a:srgbClr val="E3E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514600" y="5093208"/>
            <a:ext cx="602407" cy="219456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97880" y="50474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600200"/>
            <a:ext cx="4343400" cy="4663440"/>
          </a:xfrm>
          <a:prstGeom prst="roundRect">
            <a:avLst>
              <a:gd name="adj" fmla="val 2526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58952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SUMMARY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895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Florian Wirtz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  →  Premier League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3337560"/>
            <a:ext cx="3749040" cy="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58952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 change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8952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  →  1.00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589520" y="44348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a numerically stronger league — the Transfer Reality Check dampens the raw projection accordingly before the final numbers are reported.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actually gets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Scouting &amp; recruitment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transfer targets with a projected, league-adjusted stat line instead of raw numbers that don't compare across leagues.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37960" y="196596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7960" y="24963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Risk-aware negotiation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adaptation and risk scores give decision-makers a quantified sense of how likely a transfer is to work 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2C1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8737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due diligence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factors mean a recommendation can be defended — age curve, team strength, and league gap are named explicitly.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37960" y="43434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B6E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37960" y="48737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planning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37960" y="5257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what-if simulator lets analysts stress-test a transfer against a stronger or weaker destination squad before it happens.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19048"/>
            </a:avLst>
          </a:prstGeom>
          <a:ln w="1905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56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 Liga, Serie A, and Ligue 1 data for full five-league 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9048"/>
            </a:avLst>
          </a:prstGeom>
          <a:ln w="1905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Multi-season temporal modeling instead of a single-season snapshot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84048" cy="384048"/>
          </a:xfrm>
          <a:prstGeom prst="roundRect">
            <a:avLst>
              <a:gd name="adj" fmla="val 19048"/>
            </a:avLst>
          </a:prstGeom>
          <a:ln w="1905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value estimation alongside performance projection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19048"/>
            </a:avLst>
          </a:prstGeom>
          <a:ln w="1905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1879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synergy predictor — how a player fits a specific team, not just a league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384048" cy="384048"/>
          </a:xfrm>
          <a:prstGeom prst="roundRect">
            <a:avLst>
              <a:gd name="adj" fmla="val 19048"/>
            </a:avLst>
          </a:prstGeom>
          <a:ln w="1905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9651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interactive, non-technical use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CE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Premier League + Bundesliga data · Fully open-sourced · 100% Python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B6E4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F2C14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Cross-League Performance Translation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“how will this player adapt?” from a guess into a quantified, explainable projection.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109728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github.com/bshashankdeodhar-oss/Cross-League-Performance-Translation-Model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1214</Words>
  <Application>Microsoft Office PowerPoint</Application>
  <PresentationFormat>Widescreen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Bantupalli Shashank Deodhar</cp:lastModifiedBy>
  <cp:revision>2</cp:revision>
  <dcterms:created xsi:type="dcterms:W3CDTF">2026-08-03T11:27:06Z</dcterms:created>
  <dcterms:modified xsi:type="dcterms:W3CDTF">2026-08-03T11:49:44Z</dcterms:modified>
</cp:coreProperties>
</file>